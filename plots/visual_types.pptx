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6" r:id="rId2"/>
    <p:sldId id="257" r:id="rId3"/>
    <p:sldId id="264" r:id="rId4"/>
    <p:sldId id="258" r:id="rId5"/>
    <p:sldId id="260" r:id="rId6"/>
    <p:sldId id="262" r:id="rId7"/>
    <p:sldId id="265" r:id="rId8"/>
    <p:sldId id="259" r:id="rId9"/>
    <p:sldId id="261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6"/>
  </p:normalViewPr>
  <p:slideViewPr>
    <p:cSldViewPr snapToGrid="0">
      <p:cViewPr varScale="1">
        <p:scale>
          <a:sx n="106" d="100"/>
          <a:sy n="106" d="100"/>
        </p:scale>
        <p:origin x="7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B80EE4-5E55-6660-D34A-8972A9C664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8C2BB-336B-0B53-5900-054F60422F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D7F2B-F273-0D48-9336-6E7D8C26AFBD}" type="datetimeFigureOut">
              <a:rPr lang="en-US" smtClean="0"/>
              <a:t>3/28/23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8D26F-C97D-874D-94AC-6D70BE4A35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63F7E1-1975-2A77-C568-2AE3AF24D4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BC18C-E465-AC40-B0E6-76623C7703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2391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477D1-362F-1A43-8177-75BB368862CB}" type="datetimeFigureOut">
              <a:rPr lang="en-US" smtClean="0"/>
              <a:t>3/28/23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0ED3FA-80F5-E24E-85AB-FD3A7A87E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3501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EF52C-3943-990B-8D71-BD4003D7D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383EB-1943-0889-1C83-45C65E5B4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179B4-4D34-A448-A555-A51CCEF7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6BB2-6C88-BF41-AD86-2F5D073066F8}" type="datetime1">
              <a:rPr lang="en-US" smtClean="0"/>
              <a:t>3/28/23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AF693-35E4-41FE-8554-03F19F57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D87A3-E767-0009-E2F4-C08819346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2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DA64B-39C9-F5B3-DBB3-0CA0A223A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F6C2F-AD92-3256-A8E1-426E732C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103EF-2DC6-7961-DBC6-B1AC1834B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4106-C759-E74F-96A3-74BEDBC0874C}" type="datetime1">
              <a:rPr lang="en-US" smtClean="0"/>
              <a:t>3/28/23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AC598-AF9E-1957-19B2-B13015BF9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E815F-D6E6-2C2E-A790-9D076D1C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2BAA3-4B0E-B14F-A706-85998BBCF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6CD42-26B9-75F9-9D71-AA399BE95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C8B24-C739-73B0-AC25-0B4759E59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F9F2A-E944-7644-8618-C3904DA56C85}" type="datetime1">
              <a:rPr lang="en-US" smtClean="0"/>
              <a:t>3/28/23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FEACA-EA78-0632-0B01-19EA445E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EE64F-AFCB-4587-BD76-3DB00D7D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9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7EB9F-421E-4381-AB99-E7FCFE9FB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6150C-94B8-5A51-372F-D25D968E3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06C49-38E4-4BD1-FDBA-409FBE98A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62E34-0FEF-BB77-366C-34A0363ED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EDC1-0687-9B4B-AFE4-795AEC1A9AE5}" type="datetime1">
              <a:rPr lang="en-US" smtClean="0"/>
              <a:t>3/28/23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C2ECA-B497-9BB2-512C-DC623C00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986F0-B24A-EC06-AE58-01379918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28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1D23-1ED8-FFE2-C5C6-4B0DA980C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1D423-6411-E98F-7A80-008D60276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CBBCD-15B6-7B1E-1AE0-73F7AC6F6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D5A38A-3D37-25F5-45C4-3CF1D5DCB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5C539B-6473-7C33-51E1-42801682FD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36F73-67A3-6B35-D9A2-6970FFC14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C0B17-633B-CD47-9D1E-C0818CA1E14D}" type="datetime1">
              <a:rPr lang="en-US" smtClean="0"/>
              <a:t>3/28/23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141EF8-255A-3991-85F8-7A4F134D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787407-BC10-B935-01AB-10BEC7D1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1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64625-89B0-B064-92AD-0244F7F93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7C8B9-D69C-C6D8-97A1-A942C503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C9480-AE6B-C242-9D07-E737F4EF69BE}" type="datetime1">
              <a:rPr lang="en-US" smtClean="0"/>
              <a:t>3/28/23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71D868-3DFA-C30E-C38E-A6BD09E2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B9309-FE19-150A-63E9-F33743CA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43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575844-35B3-5768-229D-FBA62FA4F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2B2B7-730C-7D40-9560-F2766B7861B3}" type="datetime1">
              <a:rPr lang="en-US" smtClean="0"/>
              <a:t>3/28/23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B336F-6B75-997B-111A-564D25062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2EBA0-CD05-AD29-EBBB-F1D56E82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6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B42E1-6350-E544-188D-5AA99793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30800-5887-6F6D-9625-5F0F2C4D7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66240-8F50-CA0C-FE15-4569A429F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889CB-C3A9-ECAC-4D9E-DC18C9099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07D8-FC60-4D48-928A-5FD117C3A2DF}" type="datetime1">
              <a:rPr lang="en-US" smtClean="0"/>
              <a:t>3/28/23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05D3D-7E61-C4CD-BC82-321816A5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64D35-E80A-2931-44CF-FD731329F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6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137B-D1FF-1ABD-B486-B20A12DE6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A9FE0-438E-9BDB-6BF2-45B8502330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81908-7552-A08E-C63E-94C8A3641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9DF6C-0D58-41BD-0E7C-3BB67D85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1DEA8-808E-C54D-9E86-01AC7613E638}" type="datetime1">
              <a:rPr lang="en-US" smtClean="0"/>
              <a:t>3/28/23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1722D-08FA-A873-66DB-2E5C7211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ED687-6B01-B6D5-F59A-592008279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03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0F322-AFEB-0CC0-CAD8-0A0DDC277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016DD-3BF6-79B8-5361-B9EC93AFE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F0973-D78C-ACC4-2064-28EA636D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159A3-41F6-3644-A36B-3BDEDC5A722E}" type="datetime1">
              <a:rPr lang="en-US" smtClean="0"/>
              <a:t>3/28/23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98A52-545D-2000-76BD-5E90AE17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2D74-79E2-B31A-174B-16E4659B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98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E10CE6-B2FB-2868-7EF4-F4539D8F8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BDBB7-7BE4-8813-3616-E11765E9E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DD0B0-ED8E-B790-9CAE-472CE4A2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916A7-88FF-BC44-9CCD-1F140E46D3E2}" type="datetime1">
              <a:rPr lang="en-US" smtClean="0"/>
              <a:t>3/28/23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D2A5D-A3DA-C131-54A7-A6ACA632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794CB-6F20-7C34-B00F-C24B60EA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50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BC2528-A4F8-A707-AEF9-ABA0C218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1DE81-4AD0-7DED-BB36-75A1FFB3D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CDB80-25CA-50E5-97ED-36823FD84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47AA1-76AA-6C4B-8B8A-71A3E69CF93E}" type="datetime1">
              <a:rPr lang="en-US" smtClean="0"/>
              <a:t>3/28/23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29D69-4CD4-15F0-D42A-D4DF61C54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6A7A5-78C1-3EB1-26B7-F4A7294FD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10B1E-940B-6B40-B1B1-89DF27F96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21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7918112-9A2C-19D7-CB6C-606533CA7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49723"/>
              </p:ext>
            </p:extLst>
          </p:nvPr>
        </p:nvGraphicFramePr>
        <p:xfrm>
          <a:off x="28813" y="1636295"/>
          <a:ext cx="12192000" cy="522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1319191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466139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95792372"/>
                    </a:ext>
                  </a:extLst>
                </a:gridCol>
              </a:tblGrid>
              <a:tr h="77271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Bar</a:t>
                      </a: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Box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Polygon/line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581624"/>
                  </a:ext>
                </a:extLst>
              </a:tr>
              <a:tr h="44489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15335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EC7842-0314-E431-21EE-69F73B5C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08ABF4-FB2E-D13D-D8DE-CA7895DF3D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640" y="2855913"/>
            <a:ext cx="3931919" cy="27743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FA3DCB-D6F0-554A-B9A0-8B2858D8E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663" y="2779693"/>
            <a:ext cx="2400300" cy="320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8CEBFD-3BF5-3EBD-5A4F-2DC0A559E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148" y="2992720"/>
            <a:ext cx="3931920" cy="27743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A300E6-FCE2-EEFB-7483-9E9C72DC2BE3}"/>
              </a:ext>
            </a:extLst>
          </p:cNvPr>
          <p:cNvSpPr txBox="1"/>
          <p:nvPr/>
        </p:nvSpPr>
        <p:spPr>
          <a:xfrm>
            <a:off x="3120185" y="119514"/>
            <a:ext cx="5863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Visual Styles</a:t>
            </a:r>
          </a:p>
        </p:txBody>
      </p:sp>
    </p:spTree>
    <p:extLst>
      <p:ext uri="{BB962C8B-B14F-4D97-AF65-F5344CB8AC3E}">
        <p14:creationId xmlns:p14="http://schemas.microsoft.com/office/powerpoint/2010/main" val="375796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EA02F5C-9D2C-841C-6340-9DF3BFF2F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606091"/>
              </p:ext>
            </p:extLst>
          </p:nvPr>
        </p:nvGraphicFramePr>
        <p:xfrm>
          <a:off x="0" y="878304"/>
          <a:ext cx="12192000" cy="597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218441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708448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2152569"/>
                    </a:ext>
                  </a:extLst>
                </a:gridCol>
              </a:tblGrid>
              <a:tr h="29898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93834"/>
                  </a:ext>
                </a:extLst>
              </a:tr>
              <a:tr h="29898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24412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97C7A84-6208-EAAB-BAF9-3262244AB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8" y="950497"/>
            <a:ext cx="3931920" cy="27743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136197-98C4-5081-16FC-B49A36A259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128" y="4028446"/>
            <a:ext cx="3931919" cy="2774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E75432-82FC-9D4A-1A17-EA4F6BC59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040" y="950497"/>
            <a:ext cx="3931920" cy="2777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6A6476-0C4A-313E-F9A8-CB14D69F06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30040" y="4037668"/>
            <a:ext cx="3931919" cy="2777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3E406D-7904-8F7B-3436-1D022C555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952" y="926433"/>
            <a:ext cx="3931920" cy="27743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C096C7-A64C-1B9E-39FD-D7993D76B5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7888" y="4041212"/>
            <a:ext cx="3931920" cy="277434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6005A0-8BE9-4658-C25E-B28BCA60BFFA}"/>
              </a:ext>
            </a:extLst>
          </p:cNvPr>
          <p:cNvCxnSpPr>
            <a:cxnSpLocks/>
          </p:cNvCxnSpPr>
          <p:nvPr/>
        </p:nvCxnSpPr>
        <p:spPr>
          <a:xfrm>
            <a:off x="3441031" y="649713"/>
            <a:ext cx="539014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879BCAE-801D-3785-D2C8-4E7EC8B4FE5A}"/>
              </a:ext>
            </a:extLst>
          </p:cNvPr>
          <p:cNvSpPr txBox="1"/>
          <p:nvPr/>
        </p:nvSpPr>
        <p:spPr>
          <a:xfrm>
            <a:off x="3120185" y="119514"/>
            <a:ext cx="5863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Increasing Information/Complexity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0396F63-6627-6AB6-206C-4CF5C6764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735" y="6474565"/>
            <a:ext cx="2743200" cy="365125"/>
          </a:xfrm>
        </p:spPr>
        <p:txBody>
          <a:bodyPr/>
          <a:lstStyle/>
          <a:p>
            <a:fld id="{4AB10B1E-940B-6B40-B1B1-89DF27F961B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268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EF7034-FBFF-9612-5322-9DC0D0AC1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Amount of precipitation during 1% event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4C5F73-F3E4-244E-0DF9-4A08802B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2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C7A84-6208-EAAB-BAF9-3262244AB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262" y="228600"/>
            <a:ext cx="9071476" cy="6400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290DE3-F062-C233-1760-52218308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4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E75432-82FC-9D4A-1A17-EA4F6BC59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849" y="228600"/>
            <a:ext cx="9062301" cy="6400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40E528-C508-AE99-4331-4AD900DA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64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3E406D-7904-8F7B-3436-1D022C555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260" y="228600"/>
            <a:ext cx="9071480" cy="6400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466B09-95D8-CAF3-C525-5C7E240C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76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9BE82-304B-2A85-870B-EA0DDE6F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Number of days with 1% precipitation event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F53BEA-B62A-A01D-4A6C-B641DC91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23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136197-98C4-5081-16FC-B49A36A259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0261" y="228600"/>
            <a:ext cx="9071478" cy="6400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567944-561D-966F-AED8-EBEA126F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0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6A6476-0C4A-313E-F9A8-CB14D69F06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64849" y="228600"/>
            <a:ext cx="9062301" cy="640079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CFEE78-F042-32A1-C3BE-AE26C654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66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C096C7-A64C-1B9E-39FD-D7993D76B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260" y="228600"/>
            <a:ext cx="9071480" cy="6400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649E2-246B-8965-D67C-93447C404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10B1E-940B-6B40-B1B1-89DF27F961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7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36</Words>
  <Application>Microsoft Macintosh PowerPoint</Application>
  <PresentationFormat>Widescreen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Amount of precipitation during 1% event</vt:lpstr>
      <vt:lpstr>PowerPoint Presentation</vt:lpstr>
      <vt:lpstr>PowerPoint Presentation</vt:lpstr>
      <vt:lpstr>PowerPoint Presentation</vt:lpstr>
      <vt:lpstr>Number of days with 1% precipitation event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Ruckert, Kelsey</dc:creator>
  <cp:lastModifiedBy>Ruckert, Kelsey</cp:lastModifiedBy>
  <cp:revision>3</cp:revision>
  <dcterms:created xsi:type="dcterms:W3CDTF">2023-03-28T16:26:06Z</dcterms:created>
  <dcterms:modified xsi:type="dcterms:W3CDTF">2023-03-28T20:20:52Z</dcterms:modified>
</cp:coreProperties>
</file>